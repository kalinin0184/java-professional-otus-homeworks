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Medium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2CBF8-C470-412A-82B8-782507C0B91B}" v="24" dt="2026-09-24T17:37:43.742"/>
  </p1510:revLst>
</p1510:revInfo>
</file>

<file path=ppt/tableStyles.xml><?xml version="1.0" encoding="utf-8"?>
<a:tblStyleLst xmlns:a="http://schemas.openxmlformats.org/drawingml/2006/main" def="{FA9EB84A-BB8E-496A-90D0-0F502F2E1F55}">
  <a:tblStyle styleId="{FA9EB84A-BB8E-496A-90D0-0F502F2E1F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8210400" cy="1495325"/>
        </p:xfrm>
        <a:graphic>
          <a:graphicData uri="http://schemas.openxmlformats.org/drawingml/2006/table">
            <a:tbl>
              <a:tblPr>
                <a:noFill/>
                <a:tableStyleId>{FA9EB84A-BB8E-496A-90D0-0F502F2E1F55}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7961150" cy="2807725"/>
        </p:xfrm>
        <a:graphic>
          <a:graphicData uri="http://schemas.openxmlformats.org/drawingml/2006/table">
            <a:tbl>
              <a:tblPr>
                <a:noFill/>
                <a:tableStyleId>{FA9EB84A-BB8E-496A-90D0-0F502F2E1F55}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Свой HTTP web-server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29621"/>
            <a:ext cx="2895287" cy="729158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Java Developer. Professional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свой HTTP web-server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Даниил Творогов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Студент курса OTUS Java Professional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Технологии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 и результат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7239000" cy="2150722"/>
        </p:xfrm>
        <a:graphic>
          <a:graphicData uri="http://schemas.openxmlformats.org/drawingml/2006/table">
            <a:tbl>
              <a:tblPr>
                <a:noFill/>
                <a:tableStyleId>{FA9EB84A-BB8E-496A-90D0-0F502F2E1F55}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Разобрать request-line, headers и body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Собрать и отправить HTTP-ответ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Пул потоков: acceptor + workers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Статика, JSON API, keep-alive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Цель: реализовать свой HTTP/1.1 сервер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 разбором протокола (без Jetty/Spring)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/>
        </p:nvGraphicFramePr>
        <p:xfrm>
          <a:off x="952500" y="1897775"/>
          <a:ext cx="7239000" cy="2117258"/>
        </p:xfrm>
        <a:graphic>
          <a:graphicData uri="http://schemas.openxmlformats.org/drawingml/2006/table">
            <a:tbl>
              <a:tblPr>
                <a:noFill/>
                <a:tableStyleId>{FA9EB84A-BB8E-496A-90D0-0F502F2E1F55}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Java 17, Gradle (multi-module)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ServerSocket / Socket (blocking I/O)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ExecutorService — fixed thread pool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JUnit 5 + AssertJ, HttpClient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5.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Свой HTTP-парсер (без Netty/Jetty)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Архитектура и результат</a:t>
            </a:r>
            <a:endParaRPr sz="3000"/>
          </a:p>
        </p:txBody>
      </p:sp>
      <p:sp>
        <p:nvSpPr>
          <p:cNvPr id="208" name="TextBox 207"/>
          <p:cNvSpPr txBox="1"/>
          <p:nvPr/>
        </p:nvSpPr>
        <p:spPr>
          <a:xfrm>
            <a:off x="496973" y="975473"/>
            <a:ext cx="42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Поток запроса: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accept → worker → parse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→ router → handler → write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Реализовано: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• статика www/ + MIME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• GET /api/hello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• POST /api/echo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• keep-alive + SO_TIMEOUT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• тесты и load smoke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Демо: :project-web-server:run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Roboto"/>
              </a:defRPr>
            </a:pPr>
            <a:r>
              <a:t>http://localhost:8080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7239000" cy="1690568"/>
        </p:xfrm>
        <a:graphic>
          <a:graphicData uri="http://schemas.openxmlformats.org/drawingml/2006/table">
            <a:tbl>
              <a:tblPr>
                <a:noFill/>
                <a:tableStyleId>{FA9EB84A-BB8E-496A-90D0-0F502F2E1F55}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Разобрал HTTP «изнутри», не через фреймворк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Blocking-модель проста для обучения и защиты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Keep-alive и пул — база рабочих серверов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4.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Дальше: chunked, HTTPS, NIO/Netty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(16:9)</PresentationFormat>
  <Slides>10</Slides>
  <Notes>10</Notes>
  <HiddenSlides>0</HiddenSlide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свой HTTP web-server   </vt:lpstr>
      <vt:lpstr>План защиты</vt:lpstr>
      <vt:lpstr>Презентация PowerPoint</vt:lpstr>
      <vt:lpstr>Какие технологии использовались </vt:lpstr>
      <vt:lpstr>Архитектура и результат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10</cp:revision>
  <dcterms:modified xsi:type="dcterms:W3CDTF">2026-09-24T17:38:22Z</dcterms:modified>
</cp:coreProperties>
</file>